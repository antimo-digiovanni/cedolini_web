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8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81381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QUADRO AUTOBOTTE SPURGO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393192"/>
            <a:ext cx="8778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DCE8F4"/>
                </a:solidFill>
              </a:defRPr>
            </a:pPr>
            <a:r>
              <a:t>Guida rapida ai comandi - versione semplificata e corretta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02368" y="146304"/>
            <a:ext cx="1920240" cy="384048"/>
          </a:xfrm>
          <a:prstGeom prst="roundRect">
            <a:avLst/>
          </a:prstGeom>
          <a:solidFill>
            <a:srgbClr val="2C6D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Da affiggere sotto il quadro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868680"/>
            <a:ext cx="11475720" cy="47548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 b="1">
                <a:solidFill>
                  <a:srgbClr val="AF2D2D"/>
                </a:solidFill>
              </a:defRPr>
            </a:pPr>
            <a:r>
              <a:t>Prima dell'uso: indossare i DPI, verificare che l'area sia libera e seguire sempre la procedura aziendale di sicurezza.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554480"/>
            <a:ext cx="5577840" cy="4956048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47088"/>
            <a:ext cx="5120640" cy="35934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6263640"/>
            <a:ext cx="5074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222A35"/>
                </a:solidFill>
              </a:defRPr>
            </a:pPr>
            <a:r>
              <a:t>Usa i numeri presenti nella foto per trovare rapidamente il comando corrispondente.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554480"/>
            <a:ext cx="5669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55080" y="1719072"/>
            <a:ext cx="1417320" cy="310896"/>
          </a:xfrm>
          <a:prstGeom prst="roundRect">
            <a:avLst/>
          </a:prstGeom>
          <a:solidFill>
            <a:srgbClr val="18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LEGENDA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30552"/>
            <a:ext cx="5257800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1. Manometro pressione aria cisterna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2. Manometro di controllo pressione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3. Manometro depressione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4. Indicatore temperatura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5. Indicatore gasolio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7. Valvola carico acqua sporca: apertura/chiusura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8. Acqua pulita Nespò: apertura/chiusura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9. Selettore pressione / invio / depressione / vuoto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10. Pompa di vuoto: alzare per caricare acqua sporca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11. Pompa di travaso: abbassare per travasare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12. Valvola sfogo schiuma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13. Accensione pompa acqua pulita Nespò</a:t>
            </a:r>
          </a:p>
          <a:p>
            <a:pPr>
              <a:spcAft>
                <a:spcPts val="200"/>
              </a:spcAft>
              <a:defRPr sz="1200">
                <a:solidFill>
                  <a:srgbClr val="222A35"/>
                </a:solidFill>
              </a:defRPr>
            </a:pPr>
            <a:r>
              <a:t>14. Apertura/chiusura valvola acque sporche</a:t>
            </a:r>
          </a:p>
          <a:p>
            <a:pPr>
              <a:spcAft>
                <a:spcPts val="200"/>
              </a:spcAft>
              <a:defRPr sz="1200" b="1">
                <a:solidFill>
                  <a:srgbClr val="222A35"/>
                </a:solidFill>
              </a:defRPr>
            </a:pPr>
            <a:r>
              <a:t>15-16. Avviamento e spegnimento autobotte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4768" y="4700016"/>
            <a:ext cx="5669280" cy="1005840"/>
          </a:xfrm>
          <a:prstGeom prst="roundRect">
            <a:avLst/>
          </a:prstGeom>
          <a:solidFill>
            <a:srgbClr val="F4F7FA"/>
          </a:solidFill>
          <a:ln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55080" y="4846320"/>
            <a:ext cx="1719072" cy="310896"/>
          </a:xfrm>
          <a:prstGeom prst="roundRect">
            <a:avLst/>
          </a:prstGeom>
          <a:solidFill>
            <a:srgbClr val="247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COME LEGGERLO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5230368"/>
            <a:ext cx="52120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22A35"/>
                </a:solidFill>
              </a:defRPr>
            </a:pPr>
            <a:r>
              <a:t>1. Individua il numero nella foto del quadro.</a:t>
            </a:r>
          </a:p>
          <a:p>
            <a:pPr>
              <a:spcAft>
                <a:spcPts val="100"/>
              </a:spcAft>
              <a:defRPr sz="1200">
                <a:solidFill>
                  <a:srgbClr val="222A35"/>
                </a:solidFill>
              </a:defRPr>
            </a:pPr>
            <a:r>
              <a:t>2. Leggi la funzione corrispondente nella legenda.</a:t>
            </a:r>
          </a:p>
          <a:p>
            <a:pPr>
              <a:spcAft>
                <a:spcPts val="100"/>
              </a:spcAft>
              <a:defRPr sz="1200">
                <a:solidFill>
                  <a:srgbClr val="222A35"/>
                </a:solidFill>
              </a:defRPr>
            </a:pPr>
            <a:r>
              <a:t>3. Aziona il comando solo secondo la procedura aziendale.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5833872"/>
            <a:ext cx="5669280" cy="676656"/>
          </a:xfrm>
          <a:prstGeom prst="roundRect">
            <a:avLst/>
          </a:prstGeom>
          <a:solidFill>
            <a:srgbClr val="FFF9EB"/>
          </a:solidFill>
          <a:ln>
            <a:solidFill>
              <a:srgbClr val="EAC7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5998464"/>
            <a:ext cx="52303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22A35"/>
                </a:solidFill>
              </a:defRPr>
            </a:pPr>
            <a:r>
              <a:t>Nota: nella grafica originale manca il n. 6 e il n. 9 compare due volte. Per evitare errori, fare riferimento soprattutto al nome del comando.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