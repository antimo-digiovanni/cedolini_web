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5124176" cy="10689336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1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15F8B4-D307-1694-915B-07B16D3A26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F3FD9B0-B5D8-4128-FF04-FE0A477F4D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5CF0F7D-A667-1692-9AE9-C51DB458E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874AE-D65A-440A-AA53-9E799DCA6A8E}" type="datetimeFigureOut">
              <a:rPr lang="it-IT" smtClean="0"/>
              <a:t>28/03/2026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3F55D51-8795-7820-DFDD-5D8F192AD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4A04E20-3184-9B80-60FA-14FFE5ED8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A91-9187-4766-8E55-B9A10469CE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7687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E5B12E-883B-B84D-A71C-75A94FE19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E693D2C-AAE4-E251-1C40-8571CA502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CEB08CB-3CC4-8ED7-A723-38F783126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874AE-D65A-440A-AA53-9E799DCA6A8E}" type="datetimeFigureOut">
              <a:rPr lang="it-IT" smtClean="0"/>
              <a:t>28/03/2026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BBCA5E6-A541-2592-E710-33800FFD8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65CEC31-6CB7-5D76-92FC-AA3E0B7FB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A91-9187-4766-8E55-B9A10469CE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8349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B87C49-B6FF-42B5-BF3C-F9F66E51F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9BE315E-1390-6E47-E9F5-9021148CC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C58D88B-BAA5-B847-2E40-8EE725E93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874AE-D65A-440A-AA53-9E799DCA6A8E}" type="datetimeFigureOut">
              <a:rPr lang="it-IT" smtClean="0"/>
              <a:t>28/03/2026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5E2C411-E26B-88A2-A8AC-8A5F9456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B5A694A-67DC-E914-B20C-413DAD32C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A91-9187-4766-8E55-B9A10469CE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1366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F9D51B-04D5-0457-F5C5-A2FA331E0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D730A25-6419-9BBB-6311-E5F1264896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2C6355C-E77D-000F-7583-CC55591C47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19859B3-8452-B5A6-C232-A0334FBCD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874AE-D65A-440A-AA53-9E799DCA6A8E}" type="datetimeFigureOut">
              <a:rPr lang="it-IT" smtClean="0"/>
              <a:t>28/03/2026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0382165-4314-0039-8E39-A9CC2E131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33C7EFC-D20A-F5C0-82B5-23B4CE4A6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A91-9187-4766-8E55-B9A10469CE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265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16B3D3-FB4A-FEC5-BAD2-FAE5C1C35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CF8B256-0ED5-AFEE-3744-EB32F3104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5FD1B1A-F1E7-8750-2AFC-6B969729A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BF2A10B-2965-2AFB-1A9E-E5279E71F1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DB80CF6-DE93-AE14-F9CB-D512665DC1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10B4368-DE15-045F-666C-EDF31A2C6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874AE-D65A-440A-AA53-9E799DCA6A8E}" type="datetimeFigureOut">
              <a:rPr lang="it-IT" smtClean="0"/>
              <a:t>28/03/2026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65FA2C52-388D-6CAF-2C82-F2BDD3734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D28A780-67F7-BC0F-D77D-F980E5868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A91-9187-4766-8E55-B9A10469CE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9761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AD1DEC-C05E-D8C1-6ABE-52F2E142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F0DC53E-1578-CC95-D056-8C883958A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874AE-D65A-440A-AA53-9E799DCA6A8E}" type="datetimeFigureOut">
              <a:rPr lang="it-IT" smtClean="0"/>
              <a:t>28/03/2026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289DAAF-E057-EC92-C4B3-F2B8A9D18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2666AEB-4DA6-037B-78CC-10FBA4690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A91-9187-4766-8E55-B9A10469CE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4994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D2F3865-9419-73BB-97F5-7B4A9492E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874AE-D65A-440A-AA53-9E799DCA6A8E}" type="datetimeFigureOut">
              <a:rPr lang="it-IT" smtClean="0"/>
              <a:t>28/03/2026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EFDAFE6-5AD5-71DF-4E9E-3CC915EC2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2400EA0-9B92-6A48-D298-C7D956B1E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A91-9187-4766-8E55-B9A10469CE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1213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9D04F-54BF-82F2-85B9-5E591374E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97B856-9489-3254-D070-3440A70F0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73700B2-14FB-6981-F0EE-89CD12D57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F499964-4CE4-63F1-8542-BE91C31E6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874AE-D65A-440A-AA53-9E799DCA6A8E}" type="datetimeFigureOut">
              <a:rPr lang="it-IT" smtClean="0"/>
              <a:t>28/03/2026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9C10F90-6000-396C-D505-9E07C889C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9AB32F8-67E3-1B9C-F6E6-862A3F96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A91-9187-4766-8E55-B9A10469CE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3806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D6C5CF-7602-3EDB-8730-0841E204A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6F26410-1AFD-CCC0-7446-471E537193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30D42D5-4F0C-B95B-1CCD-923156A5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AE7BC82-B7ED-F2EE-0DEA-A6F40E371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874AE-D65A-440A-AA53-9E799DCA6A8E}" type="datetimeFigureOut">
              <a:rPr lang="it-IT" smtClean="0"/>
              <a:t>28/03/2026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1D95749-A444-BCE1-461D-BB1388F13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E21122A-71B9-2083-D5AE-E70668124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A91-9187-4766-8E55-B9A10469CE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483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9890CC-8F5E-F999-50E2-4D6881EEA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3B2C66-557D-4FCE-39CE-36715D553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C05FE19-7A2E-61DB-5439-B41D5F8AB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874AE-D65A-440A-AA53-9E799DCA6A8E}" type="datetimeFigureOut">
              <a:rPr lang="it-IT" smtClean="0"/>
              <a:t>28/03/2026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B8E55DD-E14C-3B3B-9DA4-35DA6DBB9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109077B-409C-CDFE-BF55-11B700817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A91-9187-4766-8E55-B9A10469CE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7377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5AA86F8-F338-0559-443E-89C83504ED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0522BAC-577D-5ACF-D9FF-113998AB5D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96101DE-E238-ACB7-DBC6-D5AC64717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874AE-D65A-440A-AA53-9E799DCA6A8E}" type="datetimeFigureOut">
              <a:rPr lang="it-IT" smtClean="0"/>
              <a:t>28/03/2026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32FBA9C-09F3-8D59-A0F5-DFF0F811C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EAE6E1-60FB-A839-1DF6-66A86B14F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2AA91-9187-4766-8E55-B9A10469CE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01652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2FC734F-25C2-DA3C-B98B-0ED01C4E1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12D2991-62CA-5143-F663-69A4321A7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2329C01-2477-F582-5CC3-5F52507C14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C874AE-D65A-440A-AA53-9E799DCA6A8E}" type="datetimeFigureOut">
              <a:rPr lang="it-IT" smtClean="0"/>
              <a:t>28/03/2026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C251CB-937D-441E-E3AD-BD15B58749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9A24404-364E-C705-42AD-E1C22C6A3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B2AA91-9187-4766-8E55-B9A10469CED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258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umetto: rettangolo 17">
            <a:extLst>
              <a:ext uri="{FF2B5EF4-FFF2-40B4-BE49-F238E27FC236}">
                <a16:creationId xmlns:a16="http://schemas.microsoft.com/office/drawing/2014/main" id="{71098B5E-8E3E-5E74-01A5-F6A65420539D}"/>
              </a:ext>
            </a:extLst>
          </p:cNvPr>
          <p:cNvSpPr/>
          <p:nvPr/>
        </p:nvSpPr>
        <p:spPr>
          <a:xfrm>
            <a:off x="189052" y="4933201"/>
            <a:ext cx="2303142" cy="1362594"/>
          </a:xfrm>
          <a:prstGeom prst="wedgeRectCallout">
            <a:avLst>
              <a:gd name="adj1" fmla="val 267892"/>
              <a:gd name="adj2" fmla="val -79892"/>
            </a:avLst>
          </a:prstGeom>
          <a:solidFill>
            <a:schemeClr val="tx1">
              <a:alpha val="50000"/>
            </a:schemeClr>
          </a:solidFill>
          <a:ln w="28575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 dirty="0">
              <a:latin typeface="Arial Black" panose="020B0A04020102020204" pitchFamily="34" charset="0"/>
            </a:endParaRP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FC3FD6CF-1E90-79DC-27DE-D94745E2F18F}"/>
              </a:ext>
            </a:extLst>
          </p:cNvPr>
          <p:cNvGrpSpPr/>
          <p:nvPr/>
        </p:nvGrpSpPr>
        <p:grpSpPr>
          <a:xfrm>
            <a:off x="-36378" y="1090993"/>
            <a:ext cx="15160554" cy="8556629"/>
            <a:chOff x="-107576" y="-125506"/>
            <a:chExt cx="12211524" cy="6983506"/>
          </a:xfrm>
          <a:solidFill>
            <a:schemeClr val="tx2">
              <a:lumMod val="25000"/>
              <a:lumOff val="75000"/>
            </a:schemeClr>
          </a:solidFill>
        </p:grpSpPr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4425FD5D-29D0-CEE5-64F5-2592D032DAAA}"/>
                </a:ext>
              </a:extLst>
            </p:cNvPr>
            <p:cNvSpPr/>
            <p:nvPr/>
          </p:nvSpPr>
          <p:spPr>
            <a:xfrm>
              <a:off x="-107576" y="-125506"/>
              <a:ext cx="12211524" cy="6983506"/>
            </a:xfrm>
            <a:prstGeom prst="rect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7" name="Immagine 6" descr="Immagine che contiene dispositivo, Strumento di misurazione, manometro, testo&#10;&#10;Il contenuto generato dall'IA potrebbe non essere corretto.">
              <a:extLst>
                <a:ext uri="{FF2B5EF4-FFF2-40B4-BE49-F238E27FC236}">
                  <a16:creationId xmlns:a16="http://schemas.microsoft.com/office/drawing/2014/main" id="{5C9E1BD3-938F-E4D1-7FD6-74CF761D2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2" t="5193" r="1522" b="1771"/>
            <a:stretch/>
          </p:blipFill>
          <p:spPr>
            <a:xfrm>
              <a:off x="1962082" y="238642"/>
              <a:ext cx="8232196" cy="5543352"/>
            </a:xfrm>
            <a:prstGeom prst="rect">
              <a:avLst/>
            </a:prstGeom>
            <a:grpFill/>
          </p:spPr>
        </p:pic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C142DD8-D7B1-337E-F2AA-760962A15814}"/>
              </a:ext>
            </a:extLst>
          </p:cNvPr>
          <p:cNvSpPr txBox="1"/>
          <p:nvPr/>
        </p:nvSpPr>
        <p:spPr>
          <a:xfrm>
            <a:off x="2529504" y="1012408"/>
            <a:ext cx="10823238" cy="649054"/>
          </a:xfrm>
          <a:prstGeom prst="rect">
            <a:avLst/>
          </a:prstGeom>
          <a:solidFill>
            <a:srgbClr val="FFFFFF"/>
          </a:solidFill>
          <a:ln w="15240">
            <a:solidFill>
              <a:srgbClr val="133D60"/>
            </a:solidFill>
          </a:ln>
        </p:spPr>
        <p:txBody>
          <a:bodyPr wrap="square" rtlCol="0" anchor="ctr">
            <a:spAutoFit/>
          </a:bodyPr>
          <a:lstStyle/>
          <a:p>
            <a:pPr algn="ctr">
              <a:defRPr b="1" sz="2400">
                <a:solidFill>
                  <a:srgbClr val="133D60"/>
                </a:solidFill>
              </a:defRPr>
            </a:pPr>
            <a:r>
              <a:t>ISTRUZIONI QUADRO AUTOBOTTE SPURGO</a:t>
            </a:r>
          </a:p>
        </p:txBody>
      </p:sp>
      <p:sp>
        <p:nvSpPr>
          <p:cNvPr id="15" name="Fumetto: rettangolo 14">
            <a:extLst>
              <a:ext uri="{FF2B5EF4-FFF2-40B4-BE49-F238E27FC236}">
                <a16:creationId xmlns:a16="http://schemas.microsoft.com/office/drawing/2014/main" id="{E0A360B5-5D47-5674-1DA5-E5CB4141CEE8}"/>
              </a:ext>
            </a:extLst>
          </p:cNvPr>
          <p:cNvSpPr/>
          <p:nvPr/>
        </p:nvSpPr>
        <p:spPr>
          <a:xfrm>
            <a:off x="88159" y="2050164"/>
            <a:ext cx="2303142" cy="1362594"/>
          </a:xfrm>
          <a:prstGeom prst="wedgeRectCallout">
            <a:avLst>
              <a:gd name="adj1" fmla="val 105775"/>
              <a:gd name="adj2" fmla="val 32839"/>
            </a:avLst>
          </a:prstGeom>
          <a:solidFill>
            <a:srgbClr val="FFFFFF"/>
          </a:solidFill>
          <a:ln w="15240">
            <a:solidFill>
              <a:srgbClr val="133D6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232A32"/>
                </a:solidFill>
              </a:defRPr>
            </a:pPr>
            <a:r>
              <a:t>MANOMETRO</a:t>
            </a:r>
            <a:br/>
            <a:r>
              <a:t>PRESSIONE ARIA</a:t>
            </a:r>
            <a:br/>
            <a:r>
              <a:t>CISTERNA</a:t>
            </a:r>
          </a:p>
        </p:txBody>
      </p:sp>
      <p:sp>
        <p:nvSpPr>
          <p:cNvPr id="20" name="Fumetto: rettangolo 19">
            <a:extLst>
              <a:ext uri="{FF2B5EF4-FFF2-40B4-BE49-F238E27FC236}">
                <a16:creationId xmlns:a16="http://schemas.microsoft.com/office/drawing/2014/main" id="{8D091F89-BF8C-CAF2-CDAE-89FADEE3BCDA}"/>
              </a:ext>
            </a:extLst>
          </p:cNvPr>
          <p:cNvSpPr/>
          <p:nvPr/>
        </p:nvSpPr>
        <p:spPr>
          <a:xfrm>
            <a:off x="88159" y="3570606"/>
            <a:ext cx="2303142" cy="1362594"/>
          </a:xfrm>
          <a:prstGeom prst="wedgeRectCallout">
            <a:avLst>
              <a:gd name="adj1" fmla="val 99620"/>
              <a:gd name="adj2" fmla="val 123022"/>
            </a:avLst>
          </a:prstGeom>
          <a:solidFill>
            <a:srgbClr val="FFFFFF"/>
          </a:solidFill>
          <a:ln w="15240">
            <a:solidFill>
              <a:srgbClr val="133D6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232A32"/>
                </a:solidFill>
              </a:defRPr>
            </a:pPr>
            <a:r>
              <a:t>APERTURA / CHIUSURA</a:t>
            </a:r>
            <a:br/>
            <a:r>
              <a:t>VALVOLA CARICO</a:t>
            </a:r>
            <a:br/>
            <a:r>
              <a:t>ACQUA SPORCA</a:t>
            </a:r>
          </a:p>
        </p:txBody>
      </p:sp>
      <p:sp>
        <p:nvSpPr>
          <p:cNvPr id="21" name="Fumetto: rettangolo 20">
            <a:extLst>
              <a:ext uri="{FF2B5EF4-FFF2-40B4-BE49-F238E27FC236}">
                <a16:creationId xmlns:a16="http://schemas.microsoft.com/office/drawing/2014/main" id="{B6E02C54-8512-9DCC-737A-53C8027FE9CB}"/>
              </a:ext>
            </a:extLst>
          </p:cNvPr>
          <p:cNvSpPr/>
          <p:nvPr/>
        </p:nvSpPr>
        <p:spPr>
          <a:xfrm>
            <a:off x="88159" y="5089860"/>
            <a:ext cx="2303142" cy="1362594"/>
          </a:xfrm>
          <a:prstGeom prst="wedgeRectCallout">
            <a:avLst>
              <a:gd name="adj1" fmla="val 138609"/>
              <a:gd name="adj2" fmla="val 36307"/>
            </a:avLst>
          </a:prstGeom>
          <a:solidFill>
            <a:srgbClr val="FFFFFF"/>
          </a:solidFill>
          <a:ln w="15240">
            <a:solidFill>
              <a:srgbClr val="133D6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232A32"/>
                </a:solidFill>
              </a:defRPr>
            </a:pPr>
            <a:r>
              <a:t>APERTURA / CHIUSURA</a:t>
            </a:r>
            <a:br/>
            <a:r>
              <a:t>ACQUA PULITA</a:t>
            </a:r>
            <a:br/>
            <a:r>
              <a:t>NESPO</a:t>
            </a:r>
          </a:p>
        </p:txBody>
      </p:sp>
      <p:sp>
        <p:nvSpPr>
          <p:cNvPr id="22" name="Fumetto: rettangolo 21">
            <a:extLst>
              <a:ext uri="{FF2B5EF4-FFF2-40B4-BE49-F238E27FC236}">
                <a16:creationId xmlns:a16="http://schemas.microsoft.com/office/drawing/2014/main" id="{12310BDF-4AAF-7F77-37B9-54ECC7869EAF}"/>
              </a:ext>
            </a:extLst>
          </p:cNvPr>
          <p:cNvSpPr/>
          <p:nvPr/>
        </p:nvSpPr>
        <p:spPr>
          <a:xfrm>
            <a:off x="88159" y="6595278"/>
            <a:ext cx="2303142" cy="1362594"/>
          </a:xfrm>
          <a:prstGeom prst="wedgeRectCallout">
            <a:avLst>
              <a:gd name="adj1" fmla="val 177599"/>
              <a:gd name="adj2" fmla="val -68619"/>
            </a:avLst>
          </a:prstGeom>
          <a:solidFill>
            <a:srgbClr val="FFFFFF"/>
          </a:solidFill>
          <a:ln w="15240">
            <a:solidFill>
              <a:srgbClr val="133D6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232A32"/>
                </a:solidFill>
              </a:defRPr>
            </a:pPr>
            <a:r>
              <a:t>VALVOLA</a:t>
            </a:r>
            <a:br/>
            <a:r>
              <a:t>SFOGO SCHIUMA</a:t>
            </a:r>
          </a:p>
        </p:txBody>
      </p:sp>
      <p:sp>
        <p:nvSpPr>
          <p:cNvPr id="50" name="Fumetto: rettangolo 49">
            <a:extLst>
              <a:ext uri="{FF2B5EF4-FFF2-40B4-BE49-F238E27FC236}">
                <a16:creationId xmlns:a16="http://schemas.microsoft.com/office/drawing/2014/main" id="{043EE92F-60BA-B49B-C8A4-26E8E8D12110}"/>
              </a:ext>
            </a:extLst>
          </p:cNvPr>
          <p:cNvSpPr/>
          <p:nvPr/>
        </p:nvSpPr>
        <p:spPr>
          <a:xfrm>
            <a:off x="3492426" y="8388433"/>
            <a:ext cx="2131876" cy="1154296"/>
          </a:xfrm>
          <a:prstGeom prst="wedgeRectCallout">
            <a:avLst>
              <a:gd name="adj1" fmla="val 118728"/>
              <a:gd name="adj2" fmla="val -104779"/>
            </a:avLst>
          </a:prstGeom>
          <a:solidFill>
            <a:srgbClr val="FFFFFF"/>
          </a:solidFill>
          <a:ln w="15240">
            <a:solidFill>
              <a:srgbClr val="133D6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232A32"/>
                </a:solidFill>
              </a:defRPr>
            </a:pPr>
            <a:r>
              <a:t>POMPA DI VUOTO</a:t>
            </a:r>
            <a:br/>
            <a:r>
              <a:t>ALZARE PER CARICARE</a:t>
            </a:r>
            <a:br/>
            <a:r>
              <a:t>ACQUA SPORCA</a:t>
            </a:r>
          </a:p>
        </p:txBody>
      </p:sp>
      <p:sp>
        <p:nvSpPr>
          <p:cNvPr id="51" name="Fumetto: rettangolo 50">
            <a:extLst>
              <a:ext uri="{FF2B5EF4-FFF2-40B4-BE49-F238E27FC236}">
                <a16:creationId xmlns:a16="http://schemas.microsoft.com/office/drawing/2014/main" id="{EEED172C-C2E0-73FF-C964-C09B5B520D42}"/>
              </a:ext>
            </a:extLst>
          </p:cNvPr>
          <p:cNvSpPr/>
          <p:nvPr/>
        </p:nvSpPr>
        <p:spPr>
          <a:xfrm>
            <a:off x="88159" y="8120933"/>
            <a:ext cx="2303142" cy="1362594"/>
          </a:xfrm>
          <a:prstGeom prst="wedgeRectCallout">
            <a:avLst>
              <a:gd name="adj1" fmla="val 215564"/>
              <a:gd name="adj2" fmla="val -163139"/>
            </a:avLst>
          </a:prstGeom>
          <a:solidFill>
            <a:srgbClr val="FFFFFF"/>
          </a:solidFill>
          <a:ln w="15240">
            <a:solidFill>
              <a:srgbClr val="133D6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232A32"/>
                </a:solidFill>
              </a:defRPr>
            </a:pPr>
            <a:r>
              <a:t>INDICATORE CARICO /</a:t>
            </a:r>
            <a:br/>
            <a:r>
              <a:t>SCARICO ACQUA SPORCA</a:t>
            </a:r>
          </a:p>
        </p:txBody>
      </p:sp>
      <p:sp>
        <p:nvSpPr>
          <p:cNvPr id="55" name="Fumetto: rettangolo 54">
            <a:extLst>
              <a:ext uri="{FF2B5EF4-FFF2-40B4-BE49-F238E27FC236}">
                <a16:creationId xmlns:a16="http://schemas.microsoft.com/office/drawing/2014/main" id="{6C3533D6-1973-08A4-6CC1-FD9C7556B90B}"/>
              </a:ext>
            </a:extLst>
          </p:cNvPr>
          <p:cNvSpPr/>
          <p:nvPr/>
        </p:nvSpPr>
        <p:spPr>
          <a:xfrm>
            <a:off x="5748716" y="8388433"/>
            <a:ext cx="2131876" cy="1154296"/>
          </a:xfrm>
          <a:prstGeom prst="wedgeRectCallout">
            <a:avLst>
              <a:gd name="adj1" fmla="val 17856"/>
              <a:gd name="adj2" fmla="val -103755"/>
            </a:avLst>
          </a:prstGeom>
          <a:solidFill>
            <a:srgbClr val="FFFFFF"/>
          </a:solidFill>
          <a:ln w="15240">
            <a:solidFill>
              <a:srgbClr val="133D6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232A32"/>
                </a:solidFill>
              </a:defRPr>
            </a:pPr>
            <a:r>
              <a:t>POMPA DI TRAVASO</a:t>
            </a:r>
            <a:br/>
            <a:r>
              <a:t>ABBASSARE PER</a:t>
            </a:r>
            <a:br/>
            <a:r>
              <a:t>TRAVASARE</a:t>
            </a:r>
          </a:p>
        </p:txBody>
      </p:sp>
      <p:sp>
        <p:nvSpPr>
          <p:cNvPr id="56" name="Fumetto: rettangolo 55">
            <a:extLst>
              <a:ext uri="{FF2B5EF4-FFF2-40B4-BE49-F238E27FC236}">
                <a16:creationId xmlns:a16="http://schemas.microsoft.com/office/drawing/2014/main" id="{DDF57AE3-3904-BD7E-4E3E-7063B2380699}"/>
              </a:ext>
            </a:extLst>
          </p:cNvPr>
          <p:cNvSpPr/>
          <p:nvPr/>
        </p:nvSpPr>
        <p:spPr>
          <a:xfrm>
            <a:off x="7941124" y="8388432"/>
            <a:ext cx="2131876" cy="1154296"/>
          </a:xfrm>
          <a:prstGeom prst="wedgeRectCallout">
            <a:avLst>
              <a:gd name="adj1" fmla="val -40894"/>
              <a:gd name="adj2" fmla="val -100684"/>
            </a:avLst>
          </a:prstGeom>
          <a:solidFill>
            <a:srgbClr val="FFFFFF"/>
          </a:solidFill>
          <a:ln w="15240">
            <a:solidFill>
              <a:srgbClr val="133D6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232A32"/>
                </a:solidFill>
              </a:defRPr>
            </a:pPr>
            <a:r>
              <a:t>VALVOLA</a:t>
            </a:r>
            <a:br/>
            <a:r>
              <a:t>SFOGO SCHIUMA</a:t>
            </a:r>
          </a:p>
        </p:txBody>
      </p:sp>
      <p:sp>
        <p:nvSpPr>
          <p:cNvPr id="57" name="Fumetto: rettangolo 56">
            <a:extLst>
              <a:ext uri="{FF2B5EF4-FFF2-40B4-BE49-F238E27FC236}">
                <a16:creationId xmlns:a16="http://schemas.microsoft.com/office/drawing/2014/main" id="{C7B3E513-3E0C-7E29-5C9C-D1B9A98F6D79}"/>
              </a:ext>
            </a:extLst>
          </p:cNvPr>
          <p:cNvSpPr/>
          <p:nvPr/>
        </p:nvSpPr>
        <p:spPr>
          <a:xfrm>
            <a:off x="10377066" y="8407816"/>
            <a:ext cx="2131876" cy="1154296"/>
          </a:xfrm>
          <a:prstGeom prst="wedgeRectCallout">
            <a:avLst>
              <a:gd name="adj1" fmla="val -33688"/>
              <a:gd name="adj2" fmla="val -123203"/>
            </a:avLst>
          </a:prstGeom>
          <a:solidFill>
            <a:srgbClr val="FFFFFF"/>
          </a:solidFill>
          <a:ln w="15240">
            <a:solidFill>
              <a:srgbClr val="133D6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232A32"/>
                </a:solidFill>
              </a:defRPr>
            </a:pPr>
            <a:r>
              <a:t>AVVIAMENTO</a:t>
            </a:r>
            <a:br/>
            <a:r>
              <a:t>AUTOBOTTE</a:t>
            </a:r>
          </a:p>
        </p:txBody>
      </p:sp>
      <p:sp>
        <p:nvSpPr>
          <p:cNvPr id="60" name="Fumetto: rettangolo 59">
            <a:extLst>
              <a:ext uri="{FF2B5EF4-FFF2-40B4-BE49-F238E27FC236}">
                <a16:creationId xmlns:a16="http://schemas.microsoft.com/office/drawing/2014/main" id="{CEBBEFDF-5CE3-E876-3974-4DFFC1C5E8FF}"/>
              </a:ext>
            </a:extLst>
          </p:cNvPr>
          <p:cNvSpPr/>
          <p:nvPr/>
        </p:nvSpPr>
        <p:spPr>
          <a:xfrm>
            <a:off x="12813010" y="8412064"/>
            <a:ext cx="2131876" cy="1154296"/>
          </a:xfrm>
          <a:prstGeom prst="wedgeRectCallout">
            <a:avLst>
              <a:gd name="adj1" fmla="val -64172"/>
              <a:gd name="adj2" fmla="val -84306"/>
            </a:avLst>
          </a:prstGeom>
          <a:solidFill>
            <a:srgbClr val="FFFFFF"/>
          </a:solidFill>
          <a:ln w="15240">
            <a:solidFill>
              <a:srgbClr val="133D6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232A32"/>
                </a:solidFill>
              </a:defRPr>
            </a:pPr>
            <a:r>
              <a:t>SPEGNIMENTO</a:t>
            </a:r>
            <a:br/>
            <a:r>
              <a:t>AUTOBOTTE</a:t>
            </a:r>
          </a:p>
        </p:txBody>
      </p:sp>
      <p:sp>
        <p:nvSpPr>
          <p:cNvPr id="62" name="Fumetto: rettangolo 61">
            <a:extLst>
              <a:ext uri="{FF2B5EF4-FFF2-40B4-BE49-F238E27FC236}">
                <a16:creationId xmlns:a16="http://schemas.microsoft.com/office/drawing/2014/main" id="{A4E36326-ACC0-8B7D-6613-B38589426CBE}"/>
              </a:ext>
            </a:extLst>
          </p:cNvPr>
          <p:cNvSpPr/>
          <p:nvPr/>
        </p:nvSpPr>
        <p:spPr>
          <a:xfrm>
            <a:off x="12802298" y="6597201"/>
            <a:ext cx="2303142" cy="1362594"/>
          </a:xfrm>
          <a:prstGeom prst="wedgeRectCallout">
            <a:avLst>
              <a:gd name="adj1" fmla="val -197424"/>
              <a:gd name="adj2" fmla="val -47807"/>
            </a:avLst>
          </a:prstGeom>
          <a:solidFill>
            <a:srgbClr val="FFFFFF"/>
          </a:solidFill>
          <a:ln w="15240">
            <a:solidFill>
              <a:srgbClr val="133D6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232A32"/>
                </a:solidFill>
              </a:defRPr>
            </a:pPr>
            <a:r>
              <a:t>ACCENSIONE POMPA</a:t>
            </a:r>
            <a:br/>
            <a:r>
              <a:t>ACQUA PULITA NESPO</a:t>
            </a:r>
          </a:p>
        </p:txBody>
      </p:sp>
      <p:sp>
        <p:nvSpPr>
          <p:cNvPr id="63" name="Fumetto: rettangolo 62">
            <a:extLst>
              <a:ext uri="{FF2B5EF4-FFF2-40B4-BE49-F238E27FC236}">
                <a16:creationId xmlns:a16="http://schemas.microsoft.com/office/drawing/2014/main" id="{11133801-39FC-4093-D3A6-6ECE04EAFEBB}"/>
              </a:ext>
            </a:extLst>
          </p:cNvPr>
          <p:cNvSpPr/>
          <p:nvPr/>
        </p:nvSpPr>
        <p:spPr>
          <a:xfrm>
            <a:off x="12821033" y="5112975"/>
            <a:ext cx="2303142" cy="1362594"/>
          </a:xfrm>
          <a:prstGeom prst="wedgeRectCallout">
            <a:avLst>
              <a:gd name="adj1" fmla="val -74297"/>
              <a:gd name="adj2" fmla="val -85095"/>
            </a:avLst>
          </a:prstGeom>
          <a:solidFill>
            <a:srgbClr val="FFFFFF"/>
          </a:solidFill>
          <a:ln w="15240">
            <a:solidFill>
              <a:srgbClr val="133D6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232A32"/>
                </a:solidFill>
              </a:defRPr>
            </a:pPr>
            <a:r>
              <a:t>VALVOLA ACQUE SPORCHE</a:t>
            </a:r>
            <a:br/>
            <a:r>
              <a:t>APERTURA / CHIUSURA</a:t>
            </a:r>
          </a:p>
        </p:txBody>
      </p:sp>
      <p:sp>
        <p:nvSpPr>
          <p:cNvPr id="64" name="Fumetto: rettangolo 63">
            <a:extLst>
              <a:ext uri="{FF2B5EF4-FFF2-40B4-BE49-F238E27FC236}">
                <a16:creationId xmlns:a16="http://schemas.microsoft.com/office/drawing/2014/main" id="{05FDBD5F-79CC-1AB6-4B9B-B2B157E48605}"/>
              </a:ext>
            </a:extLst>
          </p:cNvPr>
          <p:cNvSpPr/>
          <p:nvPr/>
        </p:nvSpPr>
        <p:spPr>
          <a:xfrm>
            <a:off x="12801169" y="3109551"/>
            <a:ext cx="2303142" cy="1362594"/>
          </a:xfrm>
          <a:prstGeom prst="wedgeRectCallout">
            <a:avLst>
              <a:gd name="adj1" fmla="val -81992"/>
              <a:gd name="adj2" fmla="val -103305"/>
            </a:avLst>
          </a:prstGeom>
          <a:solidFill>
            <a:srgbClr val="FFFFFF"/>
          </a:solidFill>
          <a:ln w="15240">
            <a:solidFill>
              <a:srgbClr val="133D6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232A32"/>
                </a:solidFill>
              </a:defRPr>
            </a:pPr>
            <a:r>
              <a:t>INDICATORE</a:t>
            </a:r>
            <a:br/>
            <a:r>
              <a:t>GASOLIO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49039" y="658368"/>
            <a:ext cx="7680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C6875"/>
                </a:solidFill>
              </a:defRPr>
            </a:pPr>
            <a:r>
              <a:t>Versione A3 migliorata mantenendo il tracciato originale delle frecce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" y="10040112"/>
            <a:ext cx="1353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A72525"/>
                </a:solidFill>
              </a:defRPr>
            </a:pPr>
            <a:r>
              <a:t>Nota: nella grafica originale il quadro e la numerazione non sono perfettamente coerenti. In caso di dubbio seguire sempre la procedura aziendale.</a:t>
            </a:r>
          </a:p>
        </p:txBody>
      </p:sp>
    </p:spTree>
    <p:extLst>
      <p:ext uri="{BB962C8B-B14F-4D97-AF65-F5344CB8AC3E}">
        <p14:creationId xmlns:p14="http://schemas.microsoft.com/office/powerpoint/2010/main" val="37111801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74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Black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Antimo Di Giovanni</dc:creator>
  <cp:lastModifiedBy>Antimo Di Giovanni</cp:lastModifiedBy>
  <cp:revision>2</cp:revision>
  <dcterms:created xsi:type="dcterms:W3CDTF">2026-03-28T10:33:05Z</dcterms:created>
  <dcterms:modified xsi:type="dcterms:W3CDTF">2026-03-28T11:33:59Z</dcterms:modified>
</cp:coreProperties>
</file>