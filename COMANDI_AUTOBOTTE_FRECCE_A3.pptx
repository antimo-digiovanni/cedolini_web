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124176" cy="10689336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15F8B4-D307-1694-915B-07B16D3A2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F3FD9B0-B5D8-4128-FF04-FE0A477F4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CF0F7D-A667-1692-9AE9-C51DB458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F55D51-8795-7820-DFDD-5D8F192A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A04E20-3184-9B80-60FA-14FFE5ED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768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E5B12E-883B-B84D-A71C-75A94FE1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693D2C-AAE4-E251-1C40-8571CA502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EB08CB-3CC4-8ED7-A723-38F783126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BCA5E6-A541-2592-E710-33800FFD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5CEC31-6CB7-5D76-92FC-AA3E0B7F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834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B87C49-B6FF-42B5-BF3C-F9F66E51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9BE315E-1390-6E47-E9F5-9021148CC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58D88B-BAA5-B847-2E40-8EE725E9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E2C411-E26B-88A2-A8AC-8A5F9456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5A694A-67DC-E914-B20C-413DAD32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136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F9D51B-04D5-0457-F5C5-A2FA331E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730A25-6419-9BBB-6311-E5F126489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2C6355C-E77D-000F-7583-CC55591C4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19859B3-8452-B5A6-C232-A0334FBC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382165-4314-0039-8E39-A9CC2E13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33C7EFC-D20A-F5C0-82B5-23B4CE4A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265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16B3D3-FB4A-FEC5-BAD2-FAE5C1C3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F8B256-0ED5-AFEE-3744-EB32F3104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FD1B1A-F1E7-8750-2AFC-6B969729A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BF2A10B-2965-2AFB-1A9E-E5279E71F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DB80CF6-DE93-AE14-F9CB-D512665DC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10B4368-DE15-045F-666C-EDF31A2C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5FA2C52-388D-6CAF-2C82-F2BDD373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D28A780-67F7-BC0F-D77D-F980E586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76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AD1DEC-C05E-D8C1-6ABE-52F2E142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F0DC53E-1578-CC95-D056-8C883958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289DAAF-E057-EC92-C4B3-F2B8A9D1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2666AEB-4DA6-037B-78CC-10FBA469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499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D2F3865-9419-73BB-97F5-7B4A9492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EFDAFE6-5AD5-71DF-4E9E-3CC915EC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400EA0-9B92-6A48-D298-C7D956B1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21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9D04F-54BF-82F2-85B9-5E591374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97B856-9489-3254-D070-3440A70F0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73700B2-14FB-6981-F0EE-89CD12D57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F499964-4CE4-63F1-8542-BE91C31E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9C10F90-6000-396C-D505-9E07C889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9AB32F8-67E3-1B9C-F6E6-862A3F96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380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D6C5CF-7602-3EDB-8730-0841E204A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6F26410-1AFD-CCC0-7446-471E53719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30D42D5-4F0C-B95B-1CCD-923156A5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E7BC82-B7ED-F2EE-0DEA-A6F40E37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1D95749-A444-BCE1-461D-BB1388F13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E21122A-71B9-2083-D5AE-E7066812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48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9890CC-8F5E-F999-50E2-4D6881EE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3B2C66-557D-4FCE-39CE-36715D553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05FE19-7A2E-61DB-5439-B41D5F8A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8E55DD-E14C-3B3B-9DA4-35DA6DBB9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09077B-409C-CDFE-BF55-11B70081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737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5AA86F8-F338-0559-443E-89C83504E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0522BAC-577D-5ACF-D9FF-113998AB5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6101DE-E238-ACB7-DBC6-D5AC64717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2FBA9C-09F3-8D59-A0F5-DFF0F811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EAE6E1-60FB-A839-1DF6-66A86B14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01652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2FC734F-25C2-DA3C-B98B-0ED01C4E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2D2991-62CA-5143-F663-69A4321A7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329C01-2477-F582-5CC3-5F52507C1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C251CB-937D-441E-E3AD-BD15B5874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A24404-364E-C705-42AD-E1C22C6A3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25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71098B5E-8E3E-5E74-01A5-F6A65420539D}"/>
              </a:ext>
            </a:extLst>
          </p:cNvPr>
          <p:cNvSpPr/>
          <p:nvPr/>
        </p:nvSpPr>
        <p:spPr>
          <a:xfrm>
            <a:off x="152400" y="3097306"/>
            <a:ext cx="1856624" cy="1098424"/>
          </a:xfrm>
          <a:prstGeom prst="wedgeRectCallout">
            <a:avLst>
              <a:gd name="adj1" fmla="val 267892"/>
              <a:gd name="adj2" fmla="val -79892"/>
            </a:avLst>
          </a:prstGeom>
          <a:solidFill>
            <a:schemeClr val="tx1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latin typeface="Arial Black" panose="020B0A04020102020204" pitchFamily="34" charset="0"/>
            </a:endParaRP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FC3FD6CF-1E90-79DC-27DE-D94745E2F18F}"/>
              </a:ext>
            </a:extLst>
          </p:cNvPr>
          <p:cNvGrpSpPr/>
          <p:nvPr/>
        </p:nvGrpSpPr>
        <p:grpSpPr>
          <a:xfrm>
            <a:off x="-29326" y="0"/>
            <a:ext cx="12221326" cy="6897726"/>
            <a:chOff x="-107576" y="-125506"/>
            <a:chExt cx="12211524" cy="6983506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4425FD5D-29D0-CEE5-64F5-2592D032DAAA}"/>
                </a:ext>
              </a:extLst>
            </p:cNvPr>
            <p:cNvSpPr/>
            <p:nvPr/>
          </p:nvSpPr>
          <p:spPr>
            <a:xfrm>
              <a:off x="-107576" y="-125506"/>
              <a:ext cx="12211524" cy="6983506"/>
            </a:xfrm>
            <a:prstGeom prst="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7" name="Immagine 6" descr="Immagine che contiene dispositivo, Strumento di misurazione, manometro, testo&#10;&#10;Il contenuto generato dall'IA potrebbe non essere corretto.">
              <a:extLst>
                <a:ext uri="{FF2B5EF4-FFF2-40B4-BE49-F238E27FC236}">
                  <a16:creationId xmlns:a16="http://schemas.microsoft.com/office/drawing/2014/main" id="{5C9E1BD3-938F-E4D1-7FD6-74CF761D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" t="5193" r="1522" b="1771"/>
            <a:stretch/>
          </p:blipFill>
          <p:spPr>
            <a:xfrm>
              <a:off x="1962082" y="238642"/>
              <a:ext cx="8232196" cy="5543352"/>
            </a:xfrm>
            <a:prstGeom prst="rect">
              <a:avLst/>
            </a:prstGeom>
            <a:grpFill/>
          </p:spPr>
        </p:pic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C142DD8-D7B1-337E-F2AA-760962A15814}"/>
              </a:ext>
            </a:extLst>
          </p:cNvPr>
          <p:cNvSpPr txBox="1"/>
          <p:nvPr/>
        </p:nvSpPr>
        <p:spPr>
          <a:xfrm>
            <a:off x="2331720" y="91440"/>
            <a:ext cx="8961120" cy="5029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defRPr sz="2400" b="1">
                <a:solidFill>
                  <a:srgbClr val="123A5C"/>
                </a:solidFill>
              </a:defRPr>
            </a:pPr>
            <a:r>
              <a:t>ISTRUZIONI QUADRO AUTOBOTTE SPURGO</a:t>
            </a:r>
          </a:p>
        </p:txBody>
      </p:sp>
      <p:sp>
        <p:nvSpPr>
          <p:cNvPr id="15" name="Fumetto: rettangolo 14">
            <a:extLst>
              <a:ext uri="{FF2B5EF4-FFF2-40B4-BE49-F238E27FC236}">
                <a16:creationId xmlns:a16="http://schemas.microsoft.com/office/drawing/2014/main" id="{E0A360B5-5D47-5674-1DA5-E5CB4141CEE8}"/>
              </a:ext>
            </a:extLst>
          </p:cNvPr>
          <p:cNvSpPr/>
          <p:nvPr/>
        </p:nvSpPr>
        <p:spPr>
          <a:xfrm>
            <a:off x="228600" y="1234440"/>
            <a:ext cx="2148840" cy="1051560"/>
          </a:xfrm>
          <a:prstGeom prst="wedgeRectCallout">
            <a:avLst>
              <a:gd name="adj1" fmla="val 105775"/>
              <a:gd name="adj2" fmla="val 32839"/>
            </a:avLst>
          </a:prstGeom>
          <a:solidFill>
            <a:srgbClr val="FFFFFF"/>
          </a:solidFill>
          <a:ln w="17780">
            <a:solidFill>
              <a:srgbClr val="123A5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32323"/>
                </a:solidFill>
              </a:defRPr>
            </a:pPr>
            <a:r>
              <a:t>1. MANOMETRO PRESSIONE</a:t>
            </a:r>
            <a:br/>
            <a:r>
              <a:t>ARIA CISTERNA</a:t>
            </a:r>
          </a:p>
        </p:txBody>
      </p:sp>
      <p:sp>
        <p:nvSpPr>
          <p:cNvPr id="20" name="Fumetto: rettangolo 19">
            <a:extLst>
              <a:ext uri="{FF2B5EF4-FFF2-40B4-BE49-F238E27FC236}">
                <a16:creationId xmlns:a16="http://schemas.microsoft.com/office/drawing/2014/main" id="{8D091F89-BF8C-CAF2-CDAE-89FADEE3BCDA}"/>
              </a:ext>
            </a:extLst>
          </p:cNvPr>
          <p:cNvSpPr/>
          <p:nvPr/>
        </p:nvSpPr>
        <p:spPr>
          <a:xfrm>
            <a:off x="228600" y="2743200"/>
            <a:ext cx="2148840" cy="1051560"/>
          </a:xfrm>
          <a:prstGeom prst="wedgeRectCallout">
            <a:avLst>
              <a:gd name="adj1" fmla="val 99620"/>
              <a:gd name="adj2" fmla="val 123022"/>
            </a:avLst>
          </a:prstGeom>
          <a:solidFill>
            <a:srgbClr val="FFFFFF"/>
          </a:solidFill>
          <a:ln w="17780">
            <a:solidFill>
              <a:srgbClr val="123A5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32323"/>
                </a:solidFill>
              </a:defRPr>
            </a:pPr>
            <a:r>
              <a:t>7. VALVOLA CARICO</a:t>
            </a:r>
            <a:br/>
            <a:r>
              <a:t>ACQUA SPORCA</a:t>
            </a:r>
            <a:br/>
            <a:r>
              <a:t>APERTURA / CHIUSURA</a:t>
            </a:r>
          </a:p>
        </p:txBody>
      </p:sp>
      <p:sp>
        <p:nvSpPr>
          <p:cNvPr id="21" name="Fumetto: rettangolo 20">
            <a:extLst>
              <a:ext uri="{FF2B5EF4-FFF2-40B4-BE49-F238E27FC236}">
                <a16:creationId xmlns:a16="http://schemas.microsoft.com/office/drawing/2014/main" id="{B6E02C54-8512-9DCC-737A-53C8027FE9CB}"/>
              </a:ext>
            </a:extLst>
          </p:cNvPr>
          <p:cNvSpPr/>
          <p:nvPr/>
        </p:nvSpPr>
        <p:spPr>
          <a:xfrm>
            <a:off x="228600" y="4251960"/>
            <a:ext cx="2148840" cy="1051560"/>
          </a:xfrm>
          <a:prstGeom prst="wedgeRectCallout">
            <a:avLst>
              <a:gd name="adj1" fmla="val 138609"/>
              <a:gd name="adj2" fmla="val 36307"/>
            </a:avLst>
          </a:prstGeom>
          <a:solidFill>
            <a:srgbClr val="FFFFFF"/>
          </a:solidFill>
          <a:ln w="17780">
            <a:solidFill>
              <a:srgbClr val="123A5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32323"/>
                </a:solidFill>
              </a:defRPr>
            </a:pPr>
            <a:r>
              <a:t>8. ACQUA PULITA</a:t>
            </a:r>
            <a:br/>
            <a:r>
              <a:t>NESPO</a:t>
            </a:r>
            <a:br/>
            <a:r>
              <a:t>APERTURA / CHIUSURA</a:t>
            </a:r>
          </a:p>
        </p:txBody>
      </p:sp>
      <p:sp>
        <p:nvSpPr>
          <p:cNvPr id="22" name="Fumetto: rettangolo 21">
            <a:extLst>
              <a:ext uri="{FF2B5EF4-FFF2-40B4-BE49-F238E27FC236}">
                <a16:creationId xmlns:a16="http://schemas.microsoft.com/office/drawing/2014/main" id="{12310BDF-4AAF-7F77-37B9-54ECC7869EAF}"/>
              </a:ext>
            </a:extLst>
          </p:cNvPr>
          <p:cNvSpPr/>
          <p:nvPr/>
        </p:nvSpPr>
        <p:spPr>
          <a:xfrm>
            <a:off x="228600" y="5760720"/>
            <a:ext cx="2148840" cy="914400"/>
          </a:xfrm>
          <a:prstGeom prst="wedgeRectCallout">
            <a:avLst>
              <a:gd name="adj1" fmla="val 177599"/>
              <a:gd name="adj2" fmla="val -68619"/>
            </a:avLst>
          </a:prstGeom>
          <a:solidFill>
            <a:srgbClr val="FFFFFF"/>
          </a:solidFill>
          <a:ln w="17780">
            <a:solidFill>
              <a:srgbClr val="123A5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32323"/>
                </a:solidFill>
              </a:defRPr>
            </a:pPr>
            <a:r>
              <a:t>12. VALVOLA</a:t>
            </a:r>
            <a:br/>
            <a:r>
              <a:t>SFOGO SCHIUMA</a:t>
            </a:r>
          </a:p>
        </p:txBody>
      </p:sp>
      <p:sp>
        <p:nvSpPr>
          <p:cNvPr id="50" name="Fumetto: rettangolo 49">
            <a:extLst>
              <a:ext uri="{FF2B5EF4-FFF2-40B4-BE49-F238E27FC236}">
                <a16:creationId xmlns:a16="http://schemas.microsoft.com/office/drawing/2014/main" id="{043EE92F-60BA-B49B-C8A4-26E8E8D12110}"/>
              </a:ext>
            </a:extLst>
          </p:cNvPr>
          <p:cNvSpPr/>
          <p:nvPr/>
        </p:nvSpPr>
        <p:spPr>
          <a:xfrm>
            <a:off x="2815338" y="5882661"/>
            <a:ext cx="1718562" cy="930509"/>
          </a:xfrm>
          <a:prstGeom prst="wedgeRectCallout">
            <a:avLst>
              <a:gd name="adj1" fmla="val 118728"/>
              <a:gd name="adj2" fmla="val -104779"/>
            </a:avLst>
          </a:prstGeom>
          <a:solidFill>
            <a:schemeClr val="tx1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latin typeface="Arial Black" panose="020B0A04020102020204" pitchFamily="34" charset="0"/>
              </a:rPr>
              <a:t>POMPA DI VUOTO, ALZARE PER CARICARE ACQUA SPORCA</a:t>
            </a:r>
          </a:p>
        </p:txBody>
      </p:sp>
      <p:sp>
        <p:nvSpPr>
          <p:cNvPr id="51" name="Fumetto: rettangolo 50">
            <a:extLst>
              <a:ext uri="{FF2B5EF4-FFF2-40B4-BE49-F238E27FC236}">
                <a16:creationId xmlns:a16="http://schemas.microsoft.com/office/drawing/2014/main" id="{EEED172C-C2E0-73FF-C964-C09B5B520D42}"/>
              </a:ext>
            </a:extLst>
          </p:cNvPr>
          <p:cNvSpPr/>
          <p:nvPr/>
        </p:nvSpPr>
        <p:spPr>
          <a:xfrm>
            <a:off x="71068" y="5667022"/>
            <a:ext cx="1856624" cy="1098424"/>
          </a:xfrm>
          <a:prstGeom prst="wedgeRectCallout">
            <a:avLst>
              <a:gd name="adj1" fmla="val 215564"/>
              <a:gd name="adj2" fmla="val -163139"/>
            </a:avLst>
          </a:prstGeom>
          <a:solidFill>
            <a:schemeClr val="tx1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0" dirty="0">
                <a:latin typeface="Arial Black" panose="020B0A04020102020204" pitchFamily="34" charset="0"/>
              </a:rPr>
              <a:t>INDICA IL CARICO E SCARICO ACQUA SPORCA</a:t>
            </a:r>
          </a:p>
        </p:txBody>
      </p:sp>
      <p:sp>
        <p:nvSpPr>
          <p:cNvPr id="55" name="Fumetto: rettangolo 54">
            <a:extLst>
              <a:ext uri="{FF2B5EF4-FFF2-40B4-BE49-F238E27FC236}">
                <a16:creationId xmlns:a16="http://schemas.microsoft.com/office/drawing/2014/main" id="{6C3533D6-1973-08A4-6CC1-FD9C7556B90B}"/>
              </a:ext>
            </a:extLst>
          </p:cNvPr>
          <p:cNvSpPr/>
          <p:nvPr/>
        </p:nvSpPr>
        <p:spPr>
          <a:xfrm>
            <a:off x="4634193" y="5882661"/>
            <a:ext cx="1718562" cy="930509"/>
          </a:xfrm>
          <a:prstGeom prst="wedgeRectCallout">
            <a:avLst>
              <a:gd name="adj1" fmla="val 17856"/>
              <a:gd name="adj2" fmla="val -103755"/>
            </a:avLst>
          </a:prstGeom>
          <a:solidFill>
            <a:schemeClr val="tx1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latin typeface="Arial Black" panose="020B0A04020102020204" pitchFamily="34" charset="0"/>
              </a:rPr>
              <a:t>POMPA DI TRAVASO, ABBASSARE PER TRAVASARE</a:t>
            </a:r>
          </a:p>
        </p:txBody>
      </p:sp>
      <p:sp>
        <p:nvSpPr>
          <p:cNvPr id="56" name="Fumetto: rettangolo 55">
            <a:extLst>
              <a:ext uri="{FF2B5EF4-FFF2-40B4-BE49-F238E27FC236}">
                <a16:creationId xmlns:a16="http://schemas.microsoft.com/office/drawing/2014/main" id="{DDF57AE3-3904-BD7E-4E3E-7063B2380699}"/>
              </a:ext>
            </a:extLst>
          </p:cNvPr>
          <p:cNvSpPr/>
          <p:nvPr/>
        </p:nvSpPr>
        <p:spPr>
          <a:xfrm>
            <a:off x="6401551" y="5882660"/>
            <a:ext cx="1718562" cy="930509"/>
          </a:xfrm>
          <a:prstGeom prst="wedgeRectCallout">
            <a:avLst>
              <a:gd name="adj1" fmla="val -40894"/>
              <a:gd name="adj2" fmla="val -100684"/>
            </a:avLst>
          </a:prstGeom>
          <a:solidFill>
            <a:schemeClr val="tx1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atin typeface="Arial Black" panose="020B0A04020102020204" pitchFamily="34" charset="0"/>
              </a:rPr>
              <a:t>VALVOLA SFOGO SCHIUMA</a:t>
            </a:r>
          </a:p>
        </p:txBody>
      </p:sp>
      <p:sp>
        <p:nvSpPr>
          <p:cNvPr id="57" name="Fumetto: rettangolo 56">
            <a:extLst>
              <a:ext uri="{FF2B5EF4-FFF2-40B4-BE49-F238E27FC236}">
                <a16:creationId xmlns:a16="http://schemas.microsoft.com/office/drawing/2014/main" id="{C7B3E513-3E0C-7E29-5C9C-D1B9A98F6D79}"/>
              </a:ext>
            </a:extLst>
          </p:cNvPr>
          <p:cNvSpPr/>
          <p:nvPr/>
        </p:nvSpPr>
        <p:spPr>
          <a:xfrm>
            <a:off x="8365229" y="5898286"/>
            <a:ext cx="1718562" cy="930509"/>
          </a:xfrm>
          <a:prstGeom prst="wedgeRectCallout">
            <a:avLst>
              <a:gd name="adj1" fmla="val -33688"/>
              <a:gd name="adj2" fmla="val -123203"/>
            </a:avLst>
          </a:prstGeom>
          <a:solidFill>
            <a:schemeClr val="tx1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atin typeface="Arial Black" panose="020B0A04020102020204" pitchFamily="34" charset="0"/>
              </a:rPr>
              <a:t>ACCENZIONE AUTOBOTTO O SPEGNIMENTO</a:t>
            </a:r>
          </a:p>
        </p:txBody>
      </p:sp>
      <p:sp>
        <p:nvSpPr>
          <p:cNvPr id="60" name="Fumetto: rettangolo 59">
            <a:extLst>
              <a:ext uri="{FF2B5EF4-FFF2-40B4-BE49-F238E27FC236}">
                <a16:creationId xmlns:a16="http://schemas.microsoft.com/office/drawing/2014/main" id="{CEBBEFDF-5CE3-E876-3974-4DFFC1C5E8FF}"/>
              </a:ext>
            </a:extLst>
          </p:cNvPr>
          <p:cNvSpPr/>
          <p:nvPr/>
        </p:nvSpPr>
        <p:spPr>
          <a:xfrm>
            <a:off x="10328908" y="5901710"/>
            <a:ext cx="1718562" cy="930509"/>
          </a:xfrm>
          <a:prstGeom prst="wedgeRectCallout">
            <a:avLst>
              <a:gd name="adj1" fmla="val -64172"/>
              <a:gd name="adj2" fmla="val -84306"/>
            </a:avLst>
          </a:prstGeom>
          <a:solidFill>
            <a:schemeClr val="tx1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atin typeface="Arial Black" panose="020B0A04020102020204" pitchFamily="34" charset="0"/>
              </a:rPr>
              <a:t>ACCENZIONE AUTOBOTTO O SPEGNIMENTO</a:t>
            </a:r>
          </a:p>
        </p:txBody>
      </p:sp>
      <p:sp>
        <p:nvSpPr>
          <p:cNvPr id="62" name="Fumetto: rettangolo 61">
            <a:extLst>
              <a:ext uri="{FF2B5EF4-FFF2-40B4-BE49-F238E27FC236}">
                <a16:creationId xmlns:a16="http://schemas.microsoft.com/office/drawing/2014/main" id="{A4E36326-ACC0-8B7D-6613-B38589426CBE}"/>
              </a:ext>
            </a:extLst>
          </p:cNvPr>
          <p:cNvSpPr/>
          <p:nvPr/>
        </p:nvSpPr>
        <p:spPr>
          <a:xfrm>
            <a:off x="3657600" y="8321040"/>
            <a:ext cx="2103120" cy="914400"/>
          </a:xfrm>
          <a:prstGeom prst="wedgeRectCallout">
            <a:avLst>
              <a:gd name="adj1" fmla="val -197424"/>
              <a:gd name="adj2" fmla="val -47807"/>
            </a:avLst>
          </a:prstGeom>
          <a:solidFill>
            <a:srgbClr val="FFFFFF"/>
          </a:solidFill>
          <a:ln w="17780">
            <a:solidFill>
              <a:srgbClr val="123A5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32323"/>
                </a:solidFill>
              </a:defRPr>
            </a:pPr>
            <a:r>
              <a:t>10. POMPA DI VUOTO</a:t>
            </a:r>
            <a:br/>
            <a:r>
              <a:t>ALZARE PER CARICARE</a:t>
            </a:r>
            <a:br/>
            <a:r>
              <a:t>ACQUA SPORCA</a:t>
            </a:r>
          </a:p>
        </p:txBody>
      </p:sp>
      <p:sp>
        <p:nvSpPr>
          <p:cNvPr id="63" name="Fumetto: rettangolo 62">
            <a:extLst>
              <a:ext uri="{FF2B5EF4-FFF2-40B4-BE49-F238E27FC236}">
                <a16:creationId xmlns:a16="http://schemas.microsoft.com/office/drawing/2014/main" id="{11133801-39FC-4093-D3A6-6ECE04EAFEBB}"/>
              </a:ext>
            </a:extLst>
          </p:cNvPr>
          <p:cNvSpPr/>
          <p:nvPr/>
        </p:nvSpPr>
        <p:spPr>
          <a:xfrm>
            <a:off x="228600" y="7315200"/>
            <a:ext cx="2148840" cy="960120"/>
          </a:xfrm>
          <a:prstGeom prst="wedgeRectCallout">
            <a:avLst>
              <a:gd name="adj1" fmla="val -74297"/>
              <a:gd name="adj2" fmla="val -85095"/>
            </a:avLst>
          </a:prstGeom>
          <a:solidFill>
            <a:srgbClr val="FFFFFF"/>
          </a:solidFill>
          <a:ln w="17780">
            <a:solidFill>
              <a:srgbClr val="123A5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32323"/>
                </a:solidFill>
              </a:defRPr>
            </a:pPr>
            <a:r>
              <a:t>9. SELETTORE</a:t>
            </a:r>
            <a:br/>
            <a:r>
              <a:t>PRESSIONE / INVIO /</a:t>
            </a:r>
            <a:br/>
            <a:r>
              <a:t>DEPRESSIONE / VUOTO</a:t>
            </a:r>
          </a:p>
        </p:txBody>
      </p:sp>
      <p:sp>
        <p:nvSpPr>
          <p:cNvPr id="64" name="Fumetto: rettangolo 63">
            <a:extLst>
              <a:ext uri="{FF2B5EF4-FFF2-40B4-BE49-F238E27FC236}">
                <a16:creationId xmlns:a16="http://schemas.microsoft.com/office/drawing/2014/main" id="{05FDBD5F-79CC-1AB6-4B9B-B2B157E48605}"/>
              </a:ext>
            </a:extLst>
          </p:cNvPr>
          <p:cNvSpPr/>
          <p:nvPr/>
        </p:nvSpPr>
        <p:spPr>
          <a:xfrm>
            <a:off x="10319363" y="1627214"/>
            <a:ext cx="1856624" cy="1098424"/>
          </a:xfrm>
          <a:prstGeom prst="wedgeRectCallout">
            <a:avLst>
              <a:gd name="adj1" fmla="val -81992"/>
              <a:gd name="adj2" fmla="val -103305"/>
            </a:avLst>
          </a:prstGeom>
          <a:solidFill>
            <a:schemeClr val="tx1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0" dirty="0">
                <a:latin typeface="Arial Black" panose="020B0A04020102020204" pitchFamily="34" charset="0"/>
              </a:rPr>
              <a:t>INDICATORE GASOLIO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0" y="50292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86675"/>
                </a:solidFill>
              </a:defRPr>
            </a:pPr>
            <a:r>
              <a:t>Versione A3 pulita con richiami a freccia su ogni comando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9921240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AA2020"/>
                </a:solidFill>
              </a:defRPr>
            </a:pPr>
            <a:r>
              <a:t>Nota: nella grafica originale manca il numero 6 e il numero 9 compare due volte. In caso di dubbio seguire sempre la procedura aziendale.</a:t>
            </a:r>
          </a:p>
        </p:txBody>
      </p:sp>
    </p:spTree>
    <p:extLst>
      <p:ext uri="{BB962C8B-B14F-4D97-AF65-F5344CB8AC3E}">
        <p14:creationId xmlns:p14="http://schemas.microsoft.com/office/powerpoint/2010/main" val="3711180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74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Antimo Di Giovanni</dc:creator>
  <cp:lastModifiedBy>Antimo Di Giovanni</cp:lastModifiedBy>
  <cp:revision>2</cp:revision>
  <dcterms:created xsi:type="dcterms:W3CDTF">2026-03-28T10:33:05Z</dcterms:created>
  <dcterms:modified xsi:type="dcterms:W3CDTF">2026-03-28T11:33:59Z</dcterms:modified>
</cp:coreProperties>
</file>